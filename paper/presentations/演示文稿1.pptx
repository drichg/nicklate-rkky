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48" y="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92BED-7F4D-0A97-3DF7-0DC56713D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680345-E88C-2E0B-5950-666626592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5C890-F958-24C0-F5DF-65676F27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8D746E-9817-3F85-D2A5-CB354B2F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541F9-26DB-F1EB-F796-09538A83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12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ECF07-AF0E-5997-1F75-6EC4BDE8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CEA9D-EBED-45D4-02FA-9C4CEBC24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F0ABE-0169-3948-DD00-83EE7366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42CB07-DC7A-2B0C-FA21-13DA599E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FB02D-B03B-19FA-69C1-B4A65413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12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3F2D0-0B17-9832-1CAB-1110FDD9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C0CA82-25D4-DE31-8793-CB2F14B0B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19434-AA57-04E9-A849-5B615D46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46A7F-7ED6-C688-7BE7-1C42EE18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3E22F-76A7-CBFD-F387-D185DE8D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17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A5000-530A-FDD2-0E0A-DB99AE66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BE90F-4DAE-408D-FE6E-85185EAD6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1742C5-0714-144F-EC7C-290580D78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47FBF5-742E-9279-B8F6-58E74880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8EF1A4-0952-94CA-6F15-DEFE5E4C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651BCD-E817-6B58-CED0-A1504C80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86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19F34-4F2A-AC99-D430-54E3D878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B3A086-915C-D4E5-5981-2DFEE49A3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71266D-CE1D-AF5E-9E37-BC753F9CA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EC8F77-2950-4BCD-4217-2AD276DFE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87FFD2-BB16-BBDF-BE54-64A8EA96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833DBE-D3D1-30A9-B518-5B756158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3E9A0C-33AD-1FD3-44FB-F747505C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B7E295-3E21-A902-6A73-2C8F131C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89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BCF21-1C0D-4C65-EC06-C36C1E63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E0DFE1-CACF-2D05-3602-F8E91FD3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C9F5FA-5DF3-D5EA-8619-D26C8A5F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11C463-CC65-5023-065B-1191B556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B89B17-2182-DC94-6F81-8241882E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9396CF-98E8-6E3F-EEB5-53018A73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C567AE-F267-CE42-7D99-B7831833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60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191F1-7E09-03FC-3535-01AEE583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7997C-A6C4-07E7-D07F-C576B7EF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3B40FC-F8D2-5FF9-167D-2F3E0B07B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D3A72-2478-D62D-C667-8934C40F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B6B751-FA07-0B05-981F-B87128BD7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E33EB7-6406-30C5-AD4D-6D1C6E0C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68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41493-81E7-2149-8643-544621EC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5FE85C-AB6D-60BC-BEC9-430C8D99C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0E7BC-23B4-2DE6-D3CC-D4DB7D78E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C16E5-F9DA-9971-4BCE-CBA0A427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28EA1-24DA-50FB-F846-3F657CF4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B76B9C-19B0-22A2-9EF0-44EA76F5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75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485B3-E95D-428F-927E-CCA81FC8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442627-0906-56D5-16CC-2BD515DF0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BAAB31-30F5-4B28-9A21-9B8474E3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112C2-974C-E5B2-6BCF-D54ED798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18463-6B2D-537D-16B0-A015F604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13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AD79A6-1E4C-D489-ABC7-CD40E9A36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CDC851-577D-704F-8D96-3178E5344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DE091-C5D1-F934-A06A-C922F99C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1414D-1CD2-3D57-95C3-9793AE91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87FB12-3343-A176-40FB-99F2B1F6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480FFA-AFBF-AFBD-2C4D-D97BD7BC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4C36B1-2CBE-C0F3-2230-0131B3F10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12CBA8-84BE-7E88-4695-1C18D6E49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F9045-14E2-48BF-9ADE-1ED5C79C188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E5E09-1EE7-F586-FD27-4CB26973F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7B503-4485-F7F9-814C-255801AAD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4006A-8059-4C05-B59F-0931BA1C7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5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描述已自动生成">
            <a:extLst>
              <a:ext uri="{FF2B5EF4-FFF2-40B4-BE49-F238E27FC236}">
                <a16:creationId xmlns:a16="http://schemas.microsoft.com/office/drawing/2014/main" id="{26CB6A7C-7545-FFBA-6F27-8FF55582E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830" y="3465749"/>
            <a:ext cx="5088376" cy="3392251"/>
          </a:xfrm>
          <a:prstGeom prst="rect">
            <a:avLst/>
          </a:prstGeom>
        </p:spPr>
      </p:pic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CC0DBB56-ADBA-4A6C-70A8-685133BE2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36" y="28641"/>
            <a:ext cx="5088376" cy="3392251"/>
          </a:xfrm>
          <a:prstGeom prst="rect">
            <a:avLst/>
          </a:prstGeom>
        </p:spPr>
      </p:pic>
      <p:pic>
        <p:nvPicPr>
          <p:cNvPr id="9" name="图片 8" descr="图表, 折线图&#10;&#10;描述已自动生成">
            <a:extLst>
              <a:ext uri="{FF2B5EF4-FFF2-40B4-BE49-F238E27FC236}">
                <a16:creationId xmlns:a16="http://schemas.microsoft.com/office/drawing/2014/main" id="{C1BD54D7-A560-D5D6-FF47-30730E7AE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859" y="36749"/>
            <a:ext cx="5088376" cy="3392251"/>
          </a:xfrm>
          <a:prstGeom prst="rect">
            <a:avLst/>
          </a:prstGeom>
        </p:spPr>
      </p:pic>
      <p:pic>
        <p:nvPicPr>
          <p:cNvPr id="11" name="图片 10" descr="图表, 折线图&#10;&#10;描述已自动生成">
            <a:extLst>
              <a:ext uri="{FF2B5EF4-FFF2-40B4-BE49-F238E27FC236}">
                <a16:creationId xmlns:a16="http://schemas.microsoft.com/office/drawing/2014/main" id="{712B9D6A-F8E1-806F-70E8-959084A11B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31" y="3429000"/>
            <a:ext cx="5088376" cy="33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8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A60ACCAC-1B14-2331-2EBF-57AE41898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45" y="3573294"/>
            <a:ext cx="4927059" cy="3284706"/>
          </a:xfrm>
          <a:prstGeom prst="rect">
            <a:avLst/>
          </a:prstGeom>
        </p:spPr>
      </p:pic>
      <p:pic>
        <p:nvPicPr>
          <p:cNvPr id="5" name="图片 4" descr="图表, 折线图&#10;&#10;描述已自动生成">
            <a:extLst>
              <a:ext uri="{FF2B5EF4-FFF2-40B4-BE49-F238E27FC236}">
                <a16:creationId xmlns:a16="http://schemas.microsoft.com/office/drawing/2014/main" id="{41797C5B-45A8-ADA9-D2CE-E061CD456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474" y="3573294"/>
            <a:ext cx="4927059" cy="3284706"/>
          </a:xfrm>
          <a:prstGeom prst="rect">
            <a:avLst/>
          </a:prstGeom>
        </p:spPr>
      </p:pic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86165076-BDCF-1474-EEF7-9F5F64B79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4927059" cy="3284706"/>
          </a:xfrm>
          <a:prstGeom prst="rect">
            <a:avLst/>
          </a:prstGeom>
        </p:spPr>
      </p:pic>
      <p:pic>
        <p:nvPicPr>
          <p:cNvPr id="9" name="图片 8" descr="图表, 折线图&#10;&#10;描述已自动生成">
            <a:extLst>
              <a:ext uri="{FF2B5EF4-FFF2-40B4-BE49-F238E27FC236}">
                <a16:creationId xmlns:a16="http://schemas.microsoft.com/office/drawing/2014/main" id="{97FB54FD-9801-AC95-0564-91CFD9958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474" y="78362"/>
            <a:ext cx="4927059" cy="32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0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11DDAB-F8BC-15C1-95D7-DDCDECB5F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30" y="0"/>
            <a:ext cx="8675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8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guijing duan</dc:creator>
  <cp:lastModifiedBy>guijing duan</cp:lastModifiedBy>
  <cp:revision>2</cp:revision>
  <dcterms:created xsi:type="dcterms:W3CDTF">2026-06-02T05:42:06Z</dcterms:created>
  <dcterms:modified xsi:type="dcterms:W3CDTF">2026-06-03T02:10:25Z</dcterms:modified>
</cp:coreProperties>
</file>