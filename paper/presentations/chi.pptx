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48" y="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D7CB4-14F1-3B70-6C21-56C6CCBFE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2044CF-2B04-0F98-6337-20CE192E0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E2B42-120E-C0D5-7AE6-1CB7E56B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BE769-AADE-C948-B6C5-3128A19F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F633AF-D3E6-C21F-82A2-F1EA8AF8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45ECC-C297-1451-51F6-8A975ACE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16F85-7B4D-7681-E157-DCB41F629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E0849-B239-FCB2-E32B-9856FC6C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4B33C-E7F8-D126-528E-DE2B9EDC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10FF1C-67AD-0468-4D51-97AC837A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0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991F7-8130-5A9D-3FAD-1102B30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0A49A9-381C-245C-4854-256F5040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A258E-CC59-DDAB-C2A6-ED3D3012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047DA-E198-0D70-FB4A-A8510D58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CC48A-50BB-974C-FA24-4CA8A866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09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1CDEC-51D8-4A19-6653-31C146B4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950E7-89C2-3454-653E-B07C487FF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96B38D-9802-AFCE-6806-7381AECA5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B88FF6-52D8-39A3-BE12-23E88B80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5B992-115E-97CA-605F-4237E264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AAFE8D-C783-C9C4-F204-0DF6D80B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3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05E02-A79D-36AF-7217-C140C072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B099E-A1BA-751F-D122-B2667D6E0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1FCF75-A0D6-222F-670A-191DACBA2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75336F-1671-3CF2-8E13-3F9F56637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B4F62A-ECDD-5827-D602-0385F10B2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A0E534-7B5C-D236-FE1E-9A4727D6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4F585F-D78B-A11D-204F-79A55D9C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DDA52C-34B4-3A60-738C-7A3EBF09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405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08713-0016-294D-429E-1B8D5B13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E6577-DEAB-1EBC-5067-032F35C8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E72261-90E8-08AF-A851-813B6081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242FCF-F953-0398-AC54-7CBDE436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1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CF9950-818B-B42C-7B1D-F97168E2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B2212C-1FA7-1C85-18A0-6FD8A7CD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2FA66-461A-F0B3-A5C4-46E1F3A2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02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DF39-F61A-BAA9-8024-DC5AE43D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2F517-861C-410A-D4F8-B1A091A4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99AA50-6E42-2B9F-BC2A-717BB9BB7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811BC-69D7-891C-B5A9-5578A60D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AD1B9B-1C0E-23BB-9C7F-BF7C48BB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ED391B-BE34-28FF-1ACF-56E4657C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95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AA757-CF31-29E7-BDB9-E77CBC33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CACBF1-01E3-8563-5C1A-BD20BCDB9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02FD8-0602-422F-B5D6-B8AC7AA55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0340A8-21D4-590F-9D5B-0CE3E1B8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D1CEEA-2C9D-FA73-D5F6-7C2D809A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76714-FCCF-3D4A-C5AC-D85BE387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3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730B3-F6C4-99C3-CA56-859DCBB9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CA8D5-CC8D-9062-1437-971764C8F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DC8A4-7B72-9D1E-1B46-6966553B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7F861-4458-0C5D-753B-8EF3964B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DA1F5-CB31-CF3F-7BC5-0CCD75D8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273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007B07-23D4-1676-0831-867F152BB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78314C-EFA2-A5DE-9FFA-7B15F3260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94B8F-B4BA-5426-0103-3A3D8F9C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5611A4-D2E1-AAC8-48BF-E2DABA56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B0B4A-66BE-CF36-79D5-7A399D77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00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ED3F52-0DFF-F620-83ED-5DD6BEA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E8F610-41BA-2E38-FEE7-23EDE497A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9CD6F3-0F22-0E93-9000-49E229131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F507C-7148-427E-AE0F-79EECC9CD79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CE092-3DAC-8589-5251-5DF493306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68A7A-61F8-1358-0BD0-D58BFCB59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5CA8E-EEDC-4317-8DD4-CD27E54B1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88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图示&#10;&#10;描述已自动生成">
            <a:extLst>
              <a:ext uri="{FF2B5EF4-FFF2-40B4-BE49-F238E27FC236}">
                <a16:creationId xmlns:a16="http://schemas.microsoft.com/office/drawing/2014/main" id="{FE6FD0B4-30D3-5403-D60C-B13804C37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554" y="149624"/>
            <a:ext cx="4919064" cy="3279376"/>
          </a:xfrm>
          <a:prstGeom prst="rect">
            <a:avLst/>
          </a:prstGeom>
        </p:spPr>
      </p:pic>
      <p:pic>
        <p:nvPicPr>
          <p:cNvPr id="7" name="图片 6" descr="图表, 图示&#10;&#10;描述已自动生成">
            <a:extLst>
              <a:ext uri="{FF2B5EF4-FFF2-40B4-BE49-F238E27FC236}">
                <a16:creationId xmlns:a16="http://schemas.microsoft.com/office/drawing/2014/main" id="{8ED94937-F5DF-B961-32B3-A75B01CDF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9" y="152263"/>
            <a:ext cx="4919064" cy="3279376"/>
          </a:xfrm>
          <a:prstGeom prst="rect">
            <a:avLst/>
          </a:prstGeom>
        </p:spPr>
      </p:pic>
      <p:pic>
        <p:nvPicPr>
          <p:cNvPr id="8" name="图片 7" descr="图表, 图示&#10;&#10;描述已自动生成">
            <a:extLst>
              <a:ext uri="{FF2B5EF4-FFF2-40B4-BE49-F238E27FC236}">
                <a16:creationId xmlns:a16="http://schemas.microsoft.com/office/drawing/2014/main" id="{A97CCB77-6CBF-94B1-2F78-48BE08446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240" y="3583022"/>
            <a:ext cx="4912467" cy="3274978"/>
          </a:xfrm>
          <a:prstGeom prst="rect">
            <a:avLst/>
          </a:prstGeom>
        </p:spPr>
      </p:pic>
      <p:pic>
        <p:nvPicPr>
          <p:cNvPr id="9" name="图片 8" descr="图表, 图示&#10;&#10;描述已自动生成">
            <a:extLst>
              <a:ext uri="{FF2B5EF4-FFF2-40B4-BE49-F238E27FC236}">
                <a16:creationId xmlns:a16="http://schemas.microsoft.com/office/drawing/2014/main" id="{E57D11C7-A5BD-0C1B-A764-3D91726A7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77" y="3581263"/>
            <a:ext cx="4915107" cy="32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6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图示&#10;&#10;描述已自动生成">
            <a:extLst>
              <a:ext uri="{FF2B5EF4-FFF2-40B4-BE49-F238E27FC236}">
                <a16:creationId xmlns:a16="http://schemas.microsoft.com/office/drawing/2014/main" id="{9E0961CB-01D2-7766-0FFB-E9406095F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2716"/>
            <a:ext cx="5953325" cy="3968883"/>
          </a:xfrm>
          <a:prstGeom prst="rect">
            <a:avLst/>
          </a:prstGeom>
        </p:spPr>
      </p:pic>
      <p:pic>
        <p:nvPicPr>
          <p:cNvPr id="7" name="图片 6" descr="图表, 图示&#10;&#10;描述已自动生成">
            <a:extLst>
              <a:ext uri="{FF2B5EF4-FFF2-40B4-BE49-F238E27FC236}">
                <a16:creationId xmlns:a16="http://schemas.microsoft.com/office/drawing/2014/main" id="{5BC7CCFD-6A6F-1ADE-1B3B-C7ACA8501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7" y="1238657"/>
            <a:ext cx="5953325" cy="39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0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guijing duan</dc:creator>
  <cp:lastModifiedBy>guijing duan</cp:lastModifiedBy>
  <cp:revision>1</cp:revision>
  <dcterms:created xsi:type="dcterms:W3CDTF">2026-06-09T06:55:28Z</dcterms:created>
  <dcterms:modified xsi:type="dcterms:W3CDTF">2026-06-09T06:55:35Z</dcterms:modified>
</cp:coreProperties>
</file>